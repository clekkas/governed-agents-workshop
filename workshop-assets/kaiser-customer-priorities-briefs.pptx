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slides answer the specific asks Kaiser raised on the 9/29 call, in their reprioritized order. Open the matching docs/*.md brief live for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we reorganized the two days around what Kaiser said mattered most - MCP, RAG, toolboxes first; hosted agents and BYO registry are tactical and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most-raised, 'critical' question. Lead with: yes you can reuse (BYO), the money is in Search, and the immutability caveat. Open the brief for the per-resource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Sarita called this a 'core question'. Give the six layers, emphasize identity-based auth over keys and the Toolbox as the governed endpoint. Tie human approval back to the HITL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Joshua's concern: the capability-host Search is separate from their existing one. Clarify the two, the two connect patterns, and the reuse/cost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 wanted the decision criteria. Give the spectrum, the tipping factors, and why our use case is hosted. Show a prompt agent vs the hosted multi-agent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Sarita's concern about content filters flagging legitimate medical questions. Emphasize layered tuning and the ticket path; do not lower the global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driver is PHI in Foundry request/response. Give the three controls and the fact that CMK needs a dedicated cluster. Bring real cost numbers with Lee.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 asked about tokenizing SharePoint PDFs/PPT/Word/Excel. Give both patterns and the ACL caveat for the indexed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Steer each question to the right person and open the matching brief live. The cheat-sheet has the full question-&gt;doc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| Customer priority briefs (9/29 call) | Synthetic data only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3152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9552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Customer-informed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priority briefs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76656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Kaiser asked for on the 9/29 planning call - one source-grounded brief per priority.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2004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2644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Capability-host reuse + cost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913632" y="32004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2644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MCP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114032" y="32004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2644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CMK / AMPLS for PHI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13232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brief cites current Microsoft Learn. Synthetic data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- PER THE 9/29 CALL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reordered to the customer's priority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morning (lead)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+ Work IQ + Toolboxes, then Foundry IQ / RAG. The 'fresh, new' topics the customer wanted first; the three overlap on agentic RAG.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afternoon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/ guardrails, then Hosted Agents + BYO Registry - demoted to 'tactical, later' per the customer.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 / App Insights (+ dedicated cluster / CMK / AMPLS), HITL / Data Task Scheduler, then a governance Q&amp;A + roadmap.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numbers stay stable as topic tags; only the delivery order changed (decks/checkpoints unaffected).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Toolboxes pulled forward to pair with MCP; hosted agents + BYO registry moved to the afternoon.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workshop-assets/agenda-2-day.md + run-of-show.md.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tools + grounding; earn trust (guardrails, observability, HITL) after the build.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MATT / SARITA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Capability-host reuse + cost - the critical question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app teams reuse the AI Search / Cosmos / Storage Foundry provisions per project, or must they pay for their own? Framed as cost - app teams pay from their own budgets.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setup is BYO: create new OR pass existing resource IDs. Reuse is a first-class path. The real cost win is one always-on AI Search reused for agent vector stores AND app RAG indexes.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caveat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connections are immutable; changing a project's resources means recreating the project. Build on SEPARATE indexes / DBs / containers, never the agent's own.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= base-rate, always-on -&gt; the cost-optimization move. Cosmos / Storage = consumption -&gt; little saving.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only with capacity headroom + logical isolation + RBAC + accepted lifecycle coupling; else go dedicated.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docs/capability-host-reuse-and-cost.md (grounded in standard-agent-setup on Microsoft Learn).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tell app teams: usually you do NOT need a second Search - reuse one, isolate, RBAC.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SARITA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Securing MCP servers - the core question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MCP on Azure Container Apps internal ingress + a dedicated MCP subnet. Public endpoints only for trusted read-only servers.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 a Foundry project connection: prefer project-managed-identity / agentic-identity; user-entra-token for per-user data. Static custom-keys are a last resort.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 +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tool contracts + RBAC; a Toolbox as one governed endpoint (central creds / versioning / policy); human approval on write tools; always-on audit.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layers, no single control is sufficient: network, auth, authorization, centralize, human approval, audit.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 is the recommended way to run MCP at scale - one MCP-compatible endpoint instead of per-agent creds.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docs/securing-mcp-servers.md (grounded in Foundry MCP + toolbox + network-isolation docs).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KP-owned tools over sensitive data: private + managed identity + toolbox + approval + audit.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JOSHUA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AI Search vs Foundry capability-host Search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instances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the Search Foundry provisions per project for the agent's vector stores. B: your existing Search with your app RAG indexes. Independent unless you connect them.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connect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 your existing Search as the capability host (pass its resource ID), OR ground on your index via a Foundry IQ 'searchIndex' knowledge source - keep your ingestion pipeline.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 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 as the one retrieval endpoint for new / multi-source builds; AI Search direct for an existing single-index pipeline or rollback.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reflexively stand up a third Search - reuse one service, or BYO the existing one.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lever is the same as capability-host reuse: one always-on Search, app + agent indexes, RBAC-isolated.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docs/existing-vs-foundry-search.md.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independent Azure resources; connect deliberately, reuse for cost.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MATT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vs prompt vs custom agent - the tipping factor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+ model + tools; Foundry runs it, no code/infra. Fastest path. Best for internal tools and agents without custom orchestration.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code + framework (Agent Framework, LangGraph, etc.) as a container; Foundry gives managed endpoint, scaling, identity, tracing. You own the logic.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agent elsewhere and call the Responses API for Foundry models + tools. Only when you must own the runtime / environment.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Tipping factors -&gt; hosted: custom orchestration, multi-agent handoffs, an existing framework, or your own code.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to prompt agent; let a real requirement pull you up to hosted. Model choice is swappable in all types.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discharge use case is multi-agent + custom control flow -&gt; hosted. Brief: docs/agent-type-decision.md.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prompt; graduate to hosted the moment you need orchestration or your own code.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SARITA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content safety - fixing medical false positives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happens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Safety models are general-purpose, not healthcare-tuned. Benign clinical language (e.g. a Tylenol question) can trip generic harm categories.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globally weaken the filter. Tune per layer: input filter thresholds, app-side allowlist for clinical terms, a custom content filter on the deployment, groundedness, post-filter, HITL.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still wrong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with category + severity, apply mitigations, then open a product-team ticket. Models update monthly - track the fix and add a false-positive test so it can't regress.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Request, response, and app-side filters are separate knobs - fix false positives at the right layer.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healthcare false-positive suite next to the adversarial suite; both gate release.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docs/healthcare-content-safety.md.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fix a clinical false positive by lowering safety globally - tune the layer and encode approved terms.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LEE / DAY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Protecting PHI in logs - dedicated cluster + CMK + AMPLS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logs can hold request/response content - possibly PHI. That reclassifies the log store from telemetry to regulated data at rest.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CMK requires a dedicated LAW cluster (&gt;= 100 GB/day commitment, double encryption). AMPLS puts ingestion + query on a private endpoint, off the public internet.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minimize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CMK/AMPLS protect the store; still minimize what you log - sensitive content off by default, pseudonymize actors, never capture secrets.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Foundry workspace on the dedicated cluster; expand later. KP volume makes it cost-neutral-to-favorable.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Sequence: Key Vault + CMK -&gt; dedicated cluster + MI -&gt; link workspace -&gt; AMPLS + private DNS -&gt; validate.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docs/observability-dedicated-cluster-cmk-ampls.md (grounded in Azure Monitor Learn).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at the source, CMK-encrypt what remains, keep it on the private network. Lee leads Day 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MATT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SharePoint / O365 docs as a RAG source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A - live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SharePoint tool via the Copilot Retrieval API: per-user OBO honors SharePoint ACLs, no pipeline to build. Needs M365 Copilot / PAYG; same tenant; one per agent.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B - indexed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tokenize/vectorize: crack Office/PDF (Document Intelligence) -&gt; chunk -&gt; embed (integrated vectorization) -&gt; index in AI Search -&gt; ground via Foundry IQ. Full control; app-only ACL.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per-user ACLs auto-honored + Copilot licensing -&gt; A. Need custom chunking/metadata or a broadly-readable corpus -&gt; B. Either way: cite, escalate on missing evidence, govern the source.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path does NOT auto-honor SharePoint permissions - restrict the corpus or carry ACLs and security-trim.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allowed AND denied users; a service-identity test does not prove user isolation.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docs/sharepoint-o365-rag-ingest.md (grounded in Foundry SharePoint tool + AI Search docs).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KP teams want this - pick A for ACLs-honored, B for control over tokenization.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REFERENCE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wants what - attendee to brief map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Sarita (program lead)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not duplicated, secure MCP, content-safety confidence. -&gt; capability-host-reuse-and-cost, securing-mcp-servers, healthcare-content-safety.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6304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6093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 (platform architect)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192024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Capability-host reuse + cost, hosted-vs-prompt tipping factor, SharePoint RAG. -&gt; capability-host-reuse-and-cost, agent-type-decision, sharepoint-o365-rag-ingest.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009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Joshua (platform engineer)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61188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vs Foundry Search, verify RAG pattern. -&gt; existing-vs-foundry-search, rag-guidance-gpt-rag.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17920" y="31546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1546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3009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(observability, Day 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361188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cluster + CMK + AMPLS for PHI logs. -&gt; observability-dedicated-cluster-cmk-ampls.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lookup + the three memorize-these answers: workshop-assets/facilitator-cheatsheet.md.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Workshop: Customer Priority Briefs</dc:title>
  <dc:subject>Kaiser Permanente - Customer Priority Briefs</dc:subject>
  <dc:creator>Microsoft Scout</dc:creator>
  <cp:lastModifiedBy>Microsoft Scout</cp:lastModifiedBy>
  <cp:revision>1</cp:revision>
  <dcterms:created xsi:type="dcterms:W3CDTF">2026-09-30T02:03:55Z</dcterms:created>
  <dcterms:modified xsi:type="dcterms:W3CDTF">2026-09-30T02:03:55Z</dcterms:modified>
</cp:coreProperties>
</file>