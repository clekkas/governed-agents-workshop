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onsite workshop | Secure governed healthcare agents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1188720"/>
            <a:ext cx="5943600" cy="5943600"/>
          </a:xfrm>
          <a:prstGeom prst="arc">
            <a:avLst/>
          </a:prstGeom>
          <a:noFill/>
          <a:ln w="254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700000">
            <a:off x="7863840" y="457200"/>
            <a:ext cx="4937760" cy="4937760"/>
          </a:xfrm>
          <a:prstGeom prst="arc">
            <a:avLst/>
          </a:prstGeom>
          <a:noFill/>
          <a:ln w="20320">
            <a:solidFill>
              <a:srgbClr val="06B6D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"/>
            <a:ext cx="448056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708660"/>
            <a:ext cx="4261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Agents | MCP | RAG | HITL | Observability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Hosted Agents on Microsoft Foundry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94944" y="2788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readmissions and discharge-planning agent workshop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4944" y="3794760"/>
            <a:ext cx="6583680" cy="1143000"/>
          </a:xfrm>
          <a:prstGeom prst="roundRect">
            <a:avLst>
              <a:gd name="adj" fmla="val 6400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977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stance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4279392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can retrieve, reason, draft, cite, and route. Humans approve operational care-management actions.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" y="63276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v0.1 | Hosted Agents section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Two-day workshop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45336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Agents and BYO Registry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4663440" y="1572768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Runtime, deployment lifecycle, identity, registry controls, cost model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5800" y="2167128"/>
            <a:ext cx="402336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 and Work IQ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tools, enterprise context, authorization boundaries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402336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7121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8163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policy and guardrails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663440" y="2816352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 minimization, prohibited claims, approval gates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402336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93008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43814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IQ and RAG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4663440" y="3438144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retrieval, citations, source governance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85800" y="4032504"/>
            <a:ext cx="402336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148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405993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 and Application Insights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4663440" y="4059936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metrics, quality, safety, cost observability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85800" y="4654296"/>
            <a:ext cx="402336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3659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4440" y="46817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and Data Task Scheduler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4663440" y="4681728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Care-manager review, approval, rework, audit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85800" y="5276088"/>
            <a:ext cx="402336" cy="40233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358384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34440" y="53035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Toolboxes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4663440" y="5303520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scoped tool packages for healthcare workflows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8412480" y="1444752"/>
            <a:ext cx="2971800" cy="914400"/>
          </a:xfrm>
          <a:prstGeom prst="roundRect">
            <a:avLst>
              <a:gd name="adj" fmla="val 9000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1664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start here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41080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Agents define the runtime boundary that every later governance pattern depends 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item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Hosted Agents on Microsoft Foundry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CF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your own code and framework; let Foundry handle managed endpoint, scaling, identity, platform tools, and observability.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97764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4622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1865376" y="397764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5104" y="404622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3017520" y="397764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404622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169664" y="397764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404622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321808" y="397764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404622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473952" y="397764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04622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13232" y="61722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Kaiser: this is the enterprise boundary for code-based readmissions workflows.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GROUNDING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Foundry Agent Service hosts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72768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373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agents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075688"/>
            <a:ext cx="306324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Configuration-first agents. Define instructions, model, and tools; Foundry runs the agent. Best when custom orchestration code is not required.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07408" y="1572768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572768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7373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08576" y="2075688"/>
            <a:ext cx="352044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Code-based agents packaged as a container image or source bundle. Foundry runs the code with managed endpoint, scaling, identity, session state, and observability.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613648" y="1572768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13648" y="1572768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4816" y="1737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 API path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14816" y="2075688"/>
            <a:ext cx="265176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agent code already hosted elsewhere, call Foundry models and tools without creating a Foundry-hosted agent resource.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Hosted Agents for this workshop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6400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care-management orchestration and HITL routing logic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tool boundary through MCP and Work IQ patterns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agent identity for resource authorization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 traces for code, retrieval, tools, and policy decisions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7635240" y="39776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4224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decision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09560" y="4526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Hosted Agents when custom code, custom protocols, or enterprise tool orchestration matters more than fastest setup.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21792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Foundry Agent Service overview, updated 2026-09-11.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Hosted-agent runtime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42316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670048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manager app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242316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768" y="2670048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 endpoint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24231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2670048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container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95160" y="24231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4888" y="2670048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project endpoint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72600" y="2423160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2328" y="267004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tools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48840" y="2624328"/>
            <a:ext cx="347472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624328"/>
            <a:ext cx="347472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2624328"/>
            <a:ext cx="347472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624328"/>
            <a:ext cx="347472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9476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94760"/>
            <a:ext cx="64008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9593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boundary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4297680"/>
            <a:ext cx="306324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orchestration code lives in the hosted container: prompt assembly, tool routing, validation, HITL task creation, and custom protocols.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434840" y="379476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379476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3959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boundary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36008" y="4297680"/>
            <a:ext cx="283464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supplies the endpoint, scaling, agent identity, platform tools, state, and tracing integration.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909560" y="37947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379476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3959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boundary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10728" y="4297680"/>
            <a:ext cx="292608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controls registry, RBAC, RAG sources, MCP tools, policy tests, telemetry, and approval workflows.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450592" y="1554480"/>
            <a:ext cx="4343400" cy="393192"/>
          </a:xfrm>
          <a:prstGeom prst="roundRect">
            <a:avLst>
              <a:gd name="adj" fmla="val 18605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1682496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endpoint + autoscale + session state + dedicated Entra identity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621792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Foundry Agent Service overview and hosted-agent deployment docs.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AND RELEASE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lifecycle for a Hosted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4592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2821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2212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and push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13232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agent code as a linux/amd64 image and push to Azure Container Registry.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3017520" y="1883664"/>
            <a:ext cx="301752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64592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72821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02152" y="2212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version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3502152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image or source bundle; Foundry provisions infrastructure and creates agent identity.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5806440" y="1883664"/>
            <a:ext cx="301752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6459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72821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91072" y="2212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291072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 until version status is active; route traffic to the versioned endpoint.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8595360" y="1883664"/>
            <a:ext cx="301752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9992" y="16459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1728216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79992" y="2212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Invoke and observe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9079992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the endpoint; stream logs and capture traces, tool calls, and failures.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749808" y="4206240"/>
            <a:ext cx="10652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release gate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0" y="442569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pilot deployment until image scan, registry policy, RBAC, policy tests, evaluation cases, and telemetry checks pass.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621792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Deploy a hosted agent, deployment lifecycle section.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DETAILS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and protocol choices matter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733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 protocol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2011680"/>
            <a:ext cx="315468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chat, streaming, multi-turn sessions, platform-managed history. Good default for care-manager assistant experiences.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70832" y="15087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50876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733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Invocations protocol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315468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Webhook-style and non-conversational processing. Useful for asynchronous tasks, batch review, or custom workflow callbacks.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508760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733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Invocations WebSocket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47888" y="2011680"/>
            <a:ext cx="315468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Full-duplex streaming for real-time media, voice, or interactive protocols. Likely out of scope for this workshop.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requirements to call out early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60350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linux/amd64 images for the hosted-agent platform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dependencies deterministic and image layers small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 protocol endpoints explicitly in the deployment configuration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Propagate correlation IDs across RAG, MCP, HITL, and telemetry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315200" y="4069080"/>
            <a:ext cx="3794760" cy="1115568"/>
          </a:xfrm>
          <a:prstGeom prst="roundRect">
            <a:avLst>
              <a:gd name="adj" fmla="val 65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4297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recommendation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0" y="4599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Responses. Add Invocations only when a HITL callback or async workflow needs it.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21792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Deploy a hosted agent, protocol libraries and container requirements.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and RBAC are part of the runtime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087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0876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73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Deploy-time permissions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01752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Deployers need Foundry Project Manager at project scope. Tooling can handle image pull and common RBAC assignments.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16552" y="15087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508760"/>
            <a:ext cx="64008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73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agent identity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2011680"/>
            <a:ext cx="301752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creates a dedicated Microsoft Entra identity per hosted agent. Use it for model/tool access and explicit external-resource RBAC.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119872" y="150876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50876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73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2011680"/>
            <a:ext cx="301752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Storage, Search, MCP, or custom APIs, assign roles to the agent identity intentionally and log purpose of access.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49808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questions for the room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914400" y="4096512"/>
            <a:ext cx="65836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 create or update hosted-agent versions?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registry approval and image promotion?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resources can the agent identity reach by default?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tool calls require explicit scope and audit events?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are denied calls surfaced to users and security teams?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7973568" y="382219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413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rely on prompt policy for data access.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47888" y="4599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+ MCP authorization + audit logs are the enforcement layer.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21792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Deploy a hosted agent, required permissions and dedicated Entra agent identity.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SETUP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vs. standard setup: choose the data-control posture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640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6479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setup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2103120"/>
            <a:ext cx="489204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 setup using Microsoft-managed resources. Useful for early exploration when enterprise data-sovereignty controls are not the primary objective.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00200"/>
            <a:ext cx="64008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6479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setup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64808" y="2103120"/>
            <a:ext cx="489204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Customer-managed, single-tenant Azure resources for agent state. Use when you need data sovereignty, compliance alignment, or project-level isolation.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49808" y="4069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setup resource footprint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Storage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240280" y="4526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uploaded by developers and users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407408" y="4526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Search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824728" y="4526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stores created by the agent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7991856" y="4526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Cosmos DB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409176" y="4526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messages, conversation history, run state, metadata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822960" y="50566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Vault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240280" y="50566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and connection management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407408" y="50566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Insights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824728" y="50566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but recommended telemetry connection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621792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Standard agent setup, resource overview and prerequisites.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PLANNING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model for hosting an agent on Foundry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1907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Hosted Agent cost = model inference + tool usage + container compute + enterprise resource footprint + telemetry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13232" y="2743200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74320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077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inference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model choice, deployment type/SKU, request volume, context length, retries.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416552" y="2743200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6552" y="2743200"/>
            <a:ext cx="64008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9077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compute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3246120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Hosted-agent runtime compute for code-based agents; scales with sessions and request volume.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119872" y="2743200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19872" y="2743200"/>
            <a:ext cx="6400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9077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and RAG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search, web, code interpreter, MCP calls, AI Search, embeddings, vector storage.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13232" y="4069080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069080"/>
            <a:ext cx="64008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3367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setup resources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Customer-managed Storage, AI Search, Cosmos DB, Key Vault; Cosmos throughput requirements must be planned.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416552" y="4069080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16552" y="4069080"/>
            <a:ext cx="64008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23367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17720" y="4572000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 and Log Analytics ingestion, retention, sampling, protected-table access.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119872" y="4069080"/>
            <a:ext cx="3291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19872" y="4069080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423367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and network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21040" y="4572000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 storage, image pulls, scans, private endpoints, egress, environment duplication.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49808" y="5577840"/>
            <a:ext cx="1069848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742432"/>
            <a:ext cx="10195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rule: do not quote a single agent hosting price. Estimate by scenario volume, setup choice, model mix, tool mix, telemetry retention, and environment count.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Learn, Foundry Agent Service overview cost model; Standard agent setup BYO resources; Azure pricing page for Microsoft Foundry.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CHECKPOINT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Hosted Agents: decisions to lock before hands-on build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48463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type: prompt agent vs hosted agent vs external Responses API caller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path: azd, SDK, REST, or VS Code extension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mode: container image now; source-code deploy if it fits the sample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posture: Microsoft-managed quickstart vs BYO registry sample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protocol: Responses first, Invocations only if needed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26364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6400800" y="1901952"/>
            <a:ext cx="48463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Identity: deployer role, agent identity, external resource RBAC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posture: basic for sandbox, standard for data-control discussion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Telemetry: connect App Insights before serious testing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controls: model choice, context limits, max sessions, retention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gates: image scan, policy tests, eval pass, HITL workflow check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31520" y="5138928"/>
            <a:ext cx="10652760" cy="566928"/>
          </a:xfrm>
          <a:prstGeom prst="roundRect">
            <a:avLst>
              <a:gd name="adj" fmla="val 12903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340096"/>
            <a:ext cx="10149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agenda handoff: once runtime and cost posture are clear, the MCP/Work IQ module defines which tools the agent is allowed to call and how those calls are governed.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Readmissions Agent Workshop - Hosted Agents on Foundry</dc:title>
  <dc:subject>Kaiser Permanente Readmissions Agent Workshop</dc:subject>
  <dc:creator>Microsoft Scout</dc:creator>
  <cp:lastModifiedBy>Microsoft Scout</cp:lastModifiedBy>
  <cp:revision>1</cp:revision>
  <dcterms:created xsi:type="dcterms:W3CDTF">2026-09-24T02:23:10Z</dcterms:created>
  <dcterms:modified xsi:type="dcterms:W3CDTF">2026-09-24T02:23:10Z</dcterms:modified>
</cp:coreProperties>
</file>