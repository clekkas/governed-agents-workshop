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onsite workshop | Agent observability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040880" y="-1005840"/>
            <a:ext cx="5760720" cy="5760720"/>
          </a:xfrm>
          <a:prstGeom prst="arc">
            <a:avLst/>
          </a:prstGeom>
          <a:noFill/>
          <a:ln w="254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85800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54380"/>
            <a:ext cx="1929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core agenda item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 Analytics, App Insights and Agent Observability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94944" y="288036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prove the agent is reliable, grounded, safe, adopted, cost-aware and governed.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tracing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057400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401568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745736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OpenTelemetry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089904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434072" y="3977640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404622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13232" y="61722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message: agents can fail while every service is technically healthy.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TRUST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agent observability is different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app monitoring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Requests, dependencies, exceptions, CPU, memory, availability and latency.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monitoring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path, retrieval, tool calls, policy decisions, citations, evaluations, red-team findings and human review.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concern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can be up, fast and wrong. Observability must show whether the agent stayed inside clinical and privacy boundaries.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840480"/>
            <a:ext cx="9875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the agent retrieve?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tool did it call and under whose scope?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policy decision happened?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output grounded and cited?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a human approve the draft?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architecture for the workshop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820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90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22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727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7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tools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9634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04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36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541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11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5448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18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50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27432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28986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Insights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78408" y="32186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Foundry traces and application telemetry. Supports transaction search, failures, performance, app map and agent details views.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2743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274320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8986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636008" y="32186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workspace for deeper investigation, joins, alert queries, workbooks and operational dashboards.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2743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27432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28986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Monitor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293608" y="32186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metrics, token usage, latency, run success, evaluation metrics and red-team results for agents.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Microsoft Learn, Foundry tracing; Agent Monitoring Dashboard; Application Insights overview; Log Analytics overview.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TRACING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Tracing: start server-side, add client-side for custom 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tracing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47548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connecting Application Insights to a Foundry project, Foundry captures traces for hosted and prompt agents without code changes.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60020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755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tracing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19088" y="2075688"/>
            <a:ext cx="475488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OpenTelemetry for custom code around agent calls: MCP server, policy validator, RAG orchestration, HITL service and app UI.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9875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local tracing while building and debugging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Foundry portal traces to inspect agent spans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Application Insights and Log Analytics for operations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correlation IDs to join custom events to Foundry traces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Set up tracing for AI agents in Microsoft Foundry.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EMIT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Telemetry event taxonomy for the readmissions assistant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7276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AgentInvocationStarted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4114800" y="157276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actor, agentVersion, caseId, correlationId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7568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RetrievalCompleted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114800" y="207568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index/source, citationCount, latencyMs, missingEvidence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7860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ToolCallCompleted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114800" y="257860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toolName, decision, scope, latencyMs, denied flag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8152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PolicyDecisionMade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114800" y="308152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policyName, decision, severity, reason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8444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HumanReviewTaskCreated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114800" y="358444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taskId, assigneeRole, dueDate, caseId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8736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HumanReviewCompleted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114800" y="408736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taskId, action, elapsedMinutes, reviewerRole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31520" y="4480560"/>
            <a:ext cx="10789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59028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AgentOutputEvaluated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114800" y="4590288"/>
            <a:ext cx="6309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groundedness, safety, citationCount, rubricVersion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7240" y="5257800"/>
            <a:ext cx="10652760" cy="438912"/>
          </a:xfrm>
          <a:prstGeom prst="roundRect">
            <a:avLst>
              <a:gd name="adj" fmla="val 16667"/>
            </a:avLst>
          </a:prstGeom>
          <a:solidFill>
            <a:srgbClr val="E6FFFB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413248"/>
            <a:ext cx="10241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matters for trust, emit it as structured telemetry.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lenses for agent operations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Effectiveness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output useful and grounded?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028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workflow reliable?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198424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users using it?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0175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0175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Cost/Value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6968" y="349300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spend aligned to value?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0175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01752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Governance/Trust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590288" y="349300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inside controls?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should combine operational metrics, evaluation results and policy/HITL signals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usage and latency are useful but insufficient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rejection and policy denial rates are trust signals, not just errors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KQL INVESTIGATIONS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 Analytics: where KQL turns traces into answers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happened in this invocation? Query all events by correlationId and order by timestamp.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tools being denied or redacted? Summarize ToolCallCompleted by tool and decision.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outputs lack citations? Filter AgentOutputEvaluated where citationCount is zero.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KQL pattern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customEvents | where tostring(customDimensions.correlationId) == targetCorrelationId | project timestamp, name, customDimensions | order by timestamp asc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Azure Monitor Log Analytics overview; repo file observability/kql-cheatsheet.md.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MONITOR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Agent Monitoring Dashboard: fast operational 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metrics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usage, latency and run success rate highlight cost, performance and reliability issues.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metrics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evaluations show quality and safety trends against benchmark datasets.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results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adversarial scans help identify security and safety risks before they become incidents.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25112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Foundry Monitor for quick agent insight; use App Insights and Log Analytics for deep investigation and operationalization.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21792" y="623620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Learn, Monitor agents with the Agent Monitoring Dashboard.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ALERTING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Alerts: turn trust failures into operations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64008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Safe-discharge claim detected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64008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0288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citation rate above threshold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198424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denial leakage or denial spike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92608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926080"/>
            <a:ext cx="640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6968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backlog or timeout spike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292608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2926080"/>
            <a:ext cx="64008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590288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 above target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92440" y="2926080"/>
            <a:ext cx="3246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2926080"/>
            <a:ext cx="64008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293608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usage spike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gating examples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5029200"/>
            <a:ext cx="98755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HITL bypass attempt blocks release until reviewed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PHI-minimization failure blocks release candidate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retrieval misses require source/index remediation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triage runbook: from symptom to root cause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820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90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22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1727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7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29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9634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04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36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541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11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544812" y="1810512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1868" y="1600200"/>
            <a:ext cx="1668780" cy="621792"/>
          </a:xfrm>
          <a:prstGeom prst="roundRect">
            <a:avLst>
              <a:gd name="adj" fmla="val 10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5020" y="1792224"/>
            <a:ext cx="15224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60120" y="2926080"/>
            <a:ext cx="98755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through dashboard, alert, evaluator failure or reviewer rejection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agent, RAG, tool, policy and HITL events by correlationId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as model, prompt, retrieval, tool, policy, workflow or channel issue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Remediate and rerun golden/adversarial cases before redeploying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48920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892040"/>
            <a:ext cx="64008" cy="6217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5047488"/>
            <a:ext cx="992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operating question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115568" y="5367528"/>
            <a:ext cx="992124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agents do I have? What went wrong? Is the result good?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Healthcare-specific observability signals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safety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784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 claims, escalation rate, reviewer rejection rationale, unsafe prompt attempts.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360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Redaction events, expanded-scope requests, PHI-minimization failures, audit completeness.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60020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55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operations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93608" y="2075688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review backlog, time to review, rework rate, timeout escalations, draft quality.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5760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13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quality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78408" y="413308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count, source mix, missing-evidence rate, conflict escalations, stale-source findings.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65760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813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Cost/value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36008" y="413308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usage per case, tool calls per case, review throughput, avoided lookup time estimate.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9244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365760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813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293608" y="413308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Latency, dependency errors, retry counts, failed agent runs, incomplete HITL transitions.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CHECKPOINT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decisions to lock before pilot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102412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Application Insights resource is connected to the Foundry project?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has Log Analytics Reader or privileged monitoring access?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correlation ID convention joins agent, RAG, MCP, policy and HITL?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custom events are required before pilot?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dashboards and alerts are release-blocking?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evaluation metrics are monitored continuously?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incident owner and escalation path?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461772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617720"/>
            <a:ext cx="64008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4773168"/>
            <a:ext cx="992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deliverable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115568" y="5093208"/>
            <a:ext cx="9921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monitoring and incident-response plan that proves the agent remains useful, safe, grounded and governed after the demo ends.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Readmissions Workshop - Agent Observability</dc:title>
  <dc:subject>Kaiser Permanente Readmissions Agent Workshop</dc:subject>
  <dc:creator>Microsoft Scout</dc:creator>
  <cp:lastModifiedBy>Microsoft Scout</cp:lastModifiedBy>
  <cp:revision>1</cp:revision>
  <dcterms:created xsi:type="dcterms:W3CDTF">2026-09-24T03:31:22Z</dcterms:created>
  <dcterms:modified xsi:type="dcterms:W3CDTF">2026-09-24T03:31:22Z</dcterms:modified>
</cp:coreProperties>
</file>