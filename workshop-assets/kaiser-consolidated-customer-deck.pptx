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'how is the MCP server deployed?'. Same code runs stdio locally or as an internal-ingress Container App on Azure; the internal-ingress IS the private-network layer of secure MCP. Work IQ is the other lane - consumed via Entra OBO, never merged with the clinical PHI tools. Show mcp-workiq-deployment.svg if they want the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DEPLOYMENT: TWO LANES, ONE IDENTITY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the MCP server runs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/ PHI  -&gt;  our governed MCP server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6916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837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/ stdio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41248" y="21488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mcp-server/server.py - a stdio subprocess. Zero infra; ships with the app. What you demo in the room.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43400" y="1691640"/>
            <a:ext cx="64008" cy="17830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837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on Azure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44568" y="21488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server as a Container App with INTERNAL ingress - private to the environment / VNet (Layer 1 secure MCP). enable_mcp_server=true.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6916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1837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contracts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47888" y="21488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Identical tools, JSON contracts, and decisions either way. Agent routes via USE_EXTERNAL_MCP + MCP_SERVER_URL; in-process stays the default.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640080" y="37490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M365 CONTEXT  -&gt;  Work IQ (Microsoft-hosted, we consume)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0080" y="406908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" y="406908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42153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Separate lane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1248" y="452628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not something we deploy - it is Microsoft-hosted. The agent consumes it on the user's Entra on-behalf-of token; no app-only auth, no stored secret.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6217920" y="406908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17920" y="4069080"/>
            <a:ext cx="64008" cy="1554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19088" y="42153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merged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19088" y="452628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stays on our MCP server; M365 work context comes from Work IQ. Two lanes under one identity - enable_workiq=true, usage-billed via Copilot Credits.</a:t>
            </a:r>
            <a:endParaRPr lang="en-US" sz="920" dirty="0"/>
          </a:p>
        </p:txBody>
      </p:sp>
      <p:sp>
        <p:nvSpPr>
          <p:cNvPr id="27" name="Text 25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Diagram: workshop-assets/mcp-workiq-deployment.svg. Stdio and in-process always work; hosting is a toggle.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 retrieve -&gt; scope by diagnosis -&gt; cite -&gt; missing evidence escalates to human review, never a guess.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docs/rag-development-patterns.md, docs/rag-retrieval-flow.md.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 Domain view: workshop-assets/rag-domain.svg.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2026-09-30T04:10:42Z</dcterms:created>
  <dcterms:modified xsi:type="dcterms:W3CDTF">2026-09-30T04:10:42Z</dcterms:modified>
</cp:coreProperties>
</file>