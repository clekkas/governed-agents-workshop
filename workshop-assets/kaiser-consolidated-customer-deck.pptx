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from earlier: Work IQ is a shipping, consumable service (MCP/A2A/REST), not just a pattern. Emphasize delegated-identity-only + OPA + audit as the governance story, and the clean split - our MCP for clinical tools, Work IQ for M365 context. Cost is usage-based Copilot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'how is the MCP server deployed?'. Same code runs stdio locally or as an internal-ingress Container App on Azure; the internal-ingress IS the private-network layer of secure MCP. Work IQ is the other lane - consumed via Entra OBO, never merged with the clinical PHI tools. Show mcp-workiq-deployment.svg if they want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Deep-dive on RAG for Joshua/Matt. Walk the five stages left to right, then the two-lane graduation (local -&gt; Foundry IQ) under one retrieval contract, and the missing-evidence escalation. Tie to existing-vs-Foundry search and capability-host reuse/cost. Show rag-domain.svg if they want the full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This is built and running today; demo approve, a blocked illegal transition, and SLA auto-escalation.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Microsoft's governed M365 context service (next slide) -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SARITA/MATT: ENTERPRISE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 IQ: governed M365 work context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965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workplace intelligence layer over Microsoft 365. Reasons over mail, Teams, files, people, calendar, Planner, and enterprise search - with built-in permission-aware governance.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you consume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service, not something you build: a remote MCP server (about 10 generic fetch/create/update tools), plus A2A and REST. Point the agent at 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by identity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delegated / on-behalf-of only (no app-only). User-scoped: honors permissions, sensitivity labels, and DLP; an OPA policy engine and audit run on every call.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09728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our design: clinical / PHI data stays on our own governed MCP tools; Work IQ covers the surrounding M365 work context.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Usage-based billing via Copilot Credits, independent of Copilot licensing; governed and cost-managed in the M365 admin center.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docs/work-iq-overview.md (cites Microsoft Learn).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 Microsoft's governed M365 context layer - you do not build or secure that server yourself.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DEPLOYMENT: TWO LANES, ONE IDENTITY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the MCP server runs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/ PHI  -&gt;  our governed MCP server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916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37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/ stdio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1488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mcp-server/server.py - a stdio subprocess. Zero infra; ships with the app. What you demo in the room.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691640"/>
            <a:ext cx="64008" cy="17830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837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on Azure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44568" y="21488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server as a Container App with INTERNAL ingress - private to the environment / VNet (Layer 1 secure MCP). enable_mcp_server=true.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6916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1837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contracts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47888" y="21488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Identical tools, JSON contracts, and decisions either way. Agent routes via USE_EXTERNAL_MCP + MCP_SERVER_URL; in-process stays the default.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640080" y="37490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M365 CONTEXT  -&gt;  Work IQ (Microsoft-hosted, we consume)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06908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406908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42153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lane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1248" y="452628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not something we deploy - it is Microsoft-hosted. The agent consumes it on the user's Entra on-behalf-of token; no app-only auth, no stored secret.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217920" y="406908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4069080"/>
            <a:ext cx="64008" cy="1554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19088" y="42153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merged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19088" y="452628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stays on our MCP server; M365 work context comes from Work IQ. Two lanes under one identity - enable_workiq=true, usage-billed via Copilot Credits.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Diagram: workshop-assets/mcp-workiq-deployment.svg. Stdio and in-process always work; hosting is a toggle.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 retrieve -&gt; scope by diagnosis -&gt; cite -&gt; missing evidence escalates to human review, never a guess.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docs/rag-development-patterns.md, docs/rag-retrieval-flow.md.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 Domain view: workshop-assets/rag-domain.svg.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 (DEEP DIVE)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RAG domain: grounded, measured, governed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21488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64008" cy="1965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Sources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874520"/>
            <a:ext cx="18288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Effective-dated protocols (data/rag-docs); SharePoint / O365 (future). Each carries ACLs + labels.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2761488" y="1417320"/>
            <a:ext cx="21488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61488" y="1417320"/>
            <a:ext cx="64008" cy="19659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62656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Ingest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62656" y="1874520"/>
            <a:ext cx="18288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Extract, chunk, embed, index. ACL-trimmed at index time so permissions are honored.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5065776" y="1417320"/>
            <a:ext cx="21488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65776" y="141732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66944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Retrieve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266944" y="1874520"/>
            <a:ext cx="18288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from the case; diagnosis-scoping filter (CHF never surfaces for COPD); top-k + confidence.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370064" y="1417320"/>
            <a:ext cx="21488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370064" y="141732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71232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Ground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571232" y="1874520"/>
            <a:ext cx="18288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packet BEFORE answer; claim-level citations; missing protocol -&gt; review_required.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9674352" y="1417320"/>
            <a:ext cx="21488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74352" y="1417320"/>
            <a:ext cx="64008" cy="19659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0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Measure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875520" y="1874520"/>
            <a:ext cx="18288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precision@k / recall@k / MRR over qrels; gate on a minimum; measure before you tune.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457200" y="36576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657600"/>
            <a:ext cx="64008" cy="13716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380390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 - local KnowledgeBase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" y="4114800"/>
            <a:ext cx="5074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agent-service/knowledge.py: keyword scoring over rag-docs. Offline, deterministic, diagnosis-scoped, cited. No vector store to manage.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6309360" y="36576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9360" y="3657600"/>
            <a:ext cx="64008" cy="13716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10528" y="380390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Graduation - Foundry IQ / Azure AI Search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10528" y="4114800"/>
            <a:ext cx="5074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Swap the retriever; agents unchanged (same query -&gt; cited-evidence contract). Reuse one always-on Search for cost - build on SEPARATE indexes (immutable connections).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457200" y="5212080"/>
            <a:ext cx="1133856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/ low-coverage evidence -&gt; review_required -&gt; care-manager approval (Durable Task Scheduler). The agent drafts and cites; a human decides. Never guess.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retrieval contract on graduation - keep the qrels and metrics, swap the backend. Domain diagram: workshop-assets/rag-domain.svg; flow: docs/rag-retrieval-flow.md.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in the loop: the durable approval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run drafts an exception packet, then STOPS at a care-manager approval gate. The agent drafts and reworks only; a human owns approve /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+ auditable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Rejected; SLA timeout or policy -&gt; Escalated. Every transition writes an append-only audit record.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to zero waiting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Durable Task Scheduler the run pauses on an external event + durable timer - a review can safely take hours or days, consuming no compute.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in code: illegal transition -&gt; 409; an agent trying to approve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and verified end to end in the deployed app against the real Durable Task Scheduler.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/ doc: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workflow must pause for a human - durably, with an audit trail.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2026-09-30T04:15:46Z</dcterms:created>
  <dcterms:modified xsi:type="dcterms:W3CDTF">2026-09-30T04:15:46Z</dcterms:modified>
</cp:coreProperties>
</file>