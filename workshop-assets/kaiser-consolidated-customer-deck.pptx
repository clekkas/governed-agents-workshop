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warmly. This is a build workshop, not slideware - we deploy and operate a governed agent together over two days, sequenced around what Kaiser told us matters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two days. Emphasize the reorder: MCP + RAG + toolboxes first per your 9/29 request; hosted agents and BYO registry are tactical and come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two-sided story: capability plus obligation. This sets up why we spend Day 2 on guardrails, observability, and HITL.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running example. Everything downstream demos against this. Stress the human gate and that the score is consumed, not invented.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safety contract. Return to it whenever a participant asks 'but could it...'. The answer is designed-in refusal, not hope.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lay of the land before diving into each capability. Point out identity, IaC, and the human gate as first-class, not add-ons.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the priorities block with secure MCP. Give the six layers, emphasize identity-based auth and the Toolbox as the governed endpoint.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Reframe from earlier: Work IQ is a shipping, consumable service (MCP/A2A/REST), not just a pattern. Emphasize delegated-identity-only + OPA + audit as the governance story, and the clean split - our MCP for clinical tools, Work IQ for M365 context. Cost is usage-based Copilot Credits.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'how is the MCP server deployed?'. Same code runs stdio locally or as an internal-ingress Container App on Azure; the internal-ingress IS the private-network layer of secure MCP. Work IQ is the other lane - consumed via Entra OBO, never merged with the clinical PHI tools. Show mcp-workiq-deployment.svg if they want the picture.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Natural follow to MCP. The message: govern once, reuse everywhere. This is also where credential rotation and policy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RAG core. Emphasize evidence-packet-before-answer and measure-retrieval-first; both are the differentiators from a naive RAG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was the most-raised, critical question. Lead with the two instances, the reuse-for-cost answer, and the immutability caveat.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Matt's ask about SharePoint PDFs/PPT/Word/Excel. Give both patterns and stress the ACL caveat on the indexed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Sarita's content-safety concern. Emphasize layered tuning and the ticket path. Demo a benign clinical prompt passing and 'safe to discharge' still blocked.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Matt wanted decision criteria. Give the spectrum, the tipping factors, and why our use case is hosted.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Two-in-one: the correlation-trace story plus the PHI-protection posture. The driver is request/response content in Foundry logs.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human-control capstone. This is built and running today; demo approve, a blocked illegal transition, and SLA auto-escalation.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integrated demo. Run one case start to finish; let the trace and the human gate tell the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that safety is testable and enforced in CI. The score-override adversarial case is the one to highlight.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concrete, cost-aware plan. Tie each phase back to the priorities and the two-quarter window Kaiser cares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Leave-behind slide. Point each persona to their briefs; the facilitator cheat-sheet has the full question -&gt; doc lookup.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through-line: we do not choose between capability and governance - we build them together, sequenced around what Kaiser asked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47104"/>
            <a:ext cx="12191695" cy="0"/>
          </a:xfrm>
          <a:prstGeom prst="line">
            <a:avLst/>
          </a:prstGeom>
          <a:noFill/>
          <a:ln w="1651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601968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Kaiser Permanente x Microsoft | AI Foundry workshop | Synthetic data only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09360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822960"/>
            <a:ext cx="2743200" cy="292608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886968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Foundry workshop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658368" y="155448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Governed Agents on Microsoft Foundry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76656" y="3200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Kaiser Permanente x Microsoft - a two-day, hands-on build of a governed healthcare agent, organized around your priorities.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3232" y="4297680"/>
            <a:ext cx="3108960" cy="292608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4361688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+ Foundry IQ / RAG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4005072" y="4297680"/>
            <a:ext cx="3108960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96512" y="4361688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+ guardrails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7296912" y="4297680"/>
            <a:ext cx="3108960" cy="292608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88352" y="4361688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Observability + HITL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713232" y="5852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data only. Source-grounded on Microsoft Learn.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TWO-DAY AGENDA - REORDERED TO YOUR PRIORITIES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will cover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24358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64008" cy="1828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AM - Tools + grounding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920240"/>
            <a:ext cx="32004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+ Work IQ and Toolboxes, then Foundry IQ / RAG. The new topics you asked to lead with; they overlap on agentic RAG.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463040"/>
            <a:ext cx="64008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PM - Safety + placement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44568" y="1920240"/>
            <a:ext cx="32004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and guardrails, then Hosted Agents + BYO Registry (tactical, so it comes after the tools and grounding).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463040"/>
            <a:ext cx="64008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2 - Earn trust + operate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47888" y="1920240"/>
            <a:ext cx="32004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LAW / App Insights with dedicated cluster + CMK + AMPLS, HITL / Durable Task Scheduler, then a governance Q&amp;A and roadmap.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1097280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rhythm each session: concept -&gt; a small live edit -&gt; run it -&gt; reveal the finished checkpoint.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Everything runs on synthetic data; no member data touches the workshop.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 of scope / futures: BYO Registry sample-only, BYO AKS and SRE agent (roadmap).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with tools and grounding; then earn the right to trust it with guardrails, observability, and HITL.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THESIS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governed healthcare agents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24358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64008" cy="1783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920240"/>
            <a:ext cx="320040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can triage discharge-transition risk, assemble evidence, and draft plans - compressing manual review while keeping clinicians in control.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463040"/>
            <a:ext cx="64008" cy="1783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obligation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44568" y="1920240"/>
            <a:ext cx="320040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a regulated setting the agent must never make a clinical determination, expand PHI, or act without a human. Trust is a design requirement, not a feature.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463040"/>
            <a:ext cx="64008" cy="1783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approach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47888" y="1920240"/>
            <a:ext cx="320040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the capability and the governance together: grounded retrieval, least-privilege tools, layered guardrails, human approval, and full auditability.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640080" y="3474720"/>
            <a:ext cx="1097280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agent drafts and explains; a care manager owns every approve / reject decision.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material step emits an audit event; the score is consumed, never invented or changed.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and adoption matter: reuse platform resources, do not duplicate spend.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whole workshop is an answer to one question: how do we make an agent we can actually trust in production?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scenario: Discharge Transition Exception Coordinator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24358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64008" cy="1828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workflow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920240"/>
            <a:ext cx="32004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nurse / care manager reviews tomorrow's discharges. The agent estimates transition risk, explains drivers, cites protocol, and flags open transition gaps.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463040"/>
            <a:ext cx="64008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human gate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44568" y="1920240"/>
            <a:ext cx="32004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agent drafts an exception packet; a care manager approves, requests rework, or rejects. No discharge decision is ever made by the agent.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463040"/>
            <a:ext cx="64008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use case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47888" y="1920240"/>
            <a:ext cx="32004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'Boring is good' - a realistic, high-volume workflow that exercises RAG, MCP tools, hosted agents, guardrails, observability, and HITL end to end.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1097280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cases: P0147 (CHF, high), P0221 (COPD, medium), P0310 (pneumonia, critical -&gt; escalates).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risk score is an input the agent consumes; it does not recalculate or override it.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gaps: medication reconciliation, follow-up appointment, transportation support.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relatable workflow that lets every capability show up in context, not in isolation.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BOUNDARY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Non-negotiable clinical safety boundaries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24358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64008" cy="1828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agent never...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920240"/>
            <a:ext cx="32004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makes a clinical determination, says 'safe to discharge', changes the approved risk score, expands PHI, or acts without human approval.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463040"/>
            <a:ext cx="64008" cy="1828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Enforced in the architecture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44568" y="1920240"/>
            <a:ext cx="32004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just in the prompt: tool scopes, retrieval allowlists, output validation, workflow state, and telemetry all enforce the boundary.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463040"/>
            <a:ext cx="64008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 closed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47888" y="1920240"/>
            <a:ext cx="32004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evidence -&gt; disclose and escalate. Illegal transition -&gt; blocked. Agent tries to approve -&gt; denied. Uncertainty routes to a human.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1097280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 minimization: tools return redacted / aggregated results by default.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Prohibited-claim detection catches 'safe to discharge' at the output layer.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score-override case is CRITICAL and must fail-closed in evaluation.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Prompts are necessary but not sufficient - the architecture must enforce the boundary.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DEPLOYED ON AZURE + FOUNDRY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 architecture (what we deploy)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24358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64008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Foundry + agents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920240"/>
            <a:ext cx="32004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Foundry account + project, gpt-4o deployment, and eight hosted agents (orchestrator + 7 specialists) driving the workflow.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463040"/>
            <a:ext cx="64008" cy="1828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+ tools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44568" y="1920240"/>
            <a:ext cx="32004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Container Apps: a UI/backend plus a Python agent sidecar. MCP tool boundary. Azure AI Search + Storage back RAG / Foundry IQ.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463040"/>
            <a:ext cx="64008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plane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47888" y="1920240"/>
            <a:ext cx="32004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Managed identity + RBAC, Key Vault, App Insights / LAW for tracing, and a Durable Task Scheduler for the human approval gate.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1097280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Keyless CI: GitHub Actions with OIDC, remote Terraform state, human-gated apply.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Everything is IaC (Terraform) and reproducible; synthetic data only.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single-tenant, identity-first deployment you can read, redeploy, and reason about.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73152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795528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around your 9/29 priorities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658368" y="137160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Your priorities, answered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76656" y="27432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Eight source-grounded briefs - the questions your team raised, with Microsoft's recommendation for each.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657600"/>
            <a:ext cx="3017520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3721608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MCP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3913632" y="3657600"/>
            <a:ext cx="3017520" cy="292608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05072" y="3721608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+ reuse/cost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7114032" y="3657600"/>
            <a:ext cx="3017520" cy="292608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05472" y="3721608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 + PHI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10314432" y="3657600"/>
            <a:ext cx="3017520" cy="292608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05872" y="3721608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Observability + HITL</a:t>
            </a:r>
            <a:endParaRPr lang="en-US" sz="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- SARITA: THE CORE QUESTION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MCP + Work IQ, secured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24358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64008" cy="1828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tool boundary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920240"/>
            <a:ext cx="32004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context, protocol search, utilization history, task creation, audit - each a governed MCP tool with a schema contract and a scope.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463040"/>
            <a:ext cx="64008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Securing it (6 layers)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44568" y="1920240"/>
            <a:ext cx="32004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network + dedicated MCP subnet; identity-based auth via project connections; least-privilege RBAC; a Toolbox as one governed endpoint; human approval; always-on audit.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463040"/>
            <a:ext cx="64008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over keys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47888" y="1920240"/>
            <a:ext cx="32004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 managed / agentic identity; user-Entra-token for per-user data; treat static keys as a last resort.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1097280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KP-owned tools over sensitive data should be private, internal-ingress, on their own subnet.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IQ is Microsoft's governed M365 context service (next slide) - the agent never bypasses user permissions.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Brief: docs/securing-mcp-servers.md.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Sarita's core question - a concrete, layered secure-MCP standard your app teams can adopt.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- SARITA/MATT: ENTERPRISE CONTEXT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 IQ: governed M365 work context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24358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64008" cy="1965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920240"/>
            <a:ext cx="32004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Microsoft's workplace intelligence layer over Microsoft 365. Reasons over mail, Teams, files, people, calendar, Planner, and enterprise search - with built-in permission-aware governance.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463040"/>
            <a:ext cx="64008" cy="1965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you consume 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44568" y="1920240"/>
            <a:ext cx="32004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governed service, not something you build: a remote MCP server (about 10 generic fetch/create/update tools), plus A2A and REST. Point the agent at it.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463040"/>
            <a:ext cx="64008" cy="1965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Governed by identity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47888" y="1920240"/>
            <a:ext cx="32004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 delegated / on-behalf-of only (no app-only). User-scoped: honors permissions, sensitivity labels, and DLP; an OPA policy engine and audit run on every call.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640080" y="3657600"/>
            <a:ext cx="1097280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our design: clinical / PHI data stays on our own governed MCP tools; Work IQ covers the surrounding M365 work context.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Usage-based billing via Copilot Credits, independent of Copilot licensing; governed and cost-managed in the M365 admin center.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Brief: docs/work-iq-overview.md (cites Microsoft Learn).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 Microsoft's governed M365 context layer - you do not build or secure that server yourself.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- DEPLOYMENT: TWO LANES, ONE IDENTITY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the MCP server runs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24358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/ PHI  -&gt;  our governed MCP server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91640"/>
            <a:ext cx="64008" cy="1783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8379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/ stdio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2148840"/>
            <a:ext cx="320040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mcp-server/server.py - a stdio subprocess. Zero infra; ships with the app. What you demo in the room.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343400" y="169164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1691640"/>
            <a:ext cx="64008" cy="1783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4568" y="18379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Hosted on Azure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44568" y="2148840"/>
            <a:ext cx="320040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server as a Container App with INTERNAL ingress - private to the environment / VNet (Layer 1 secure MCP). enable_mcp_server=true.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1691640"/>
            <a:ext cx="64008" cy="1783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7888" y="18379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contracts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47888" y="2148840"/>
            <a:ext cx="320040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Identical tools, JSON contracts, and decisions either way. Agent routes via USE_EXTERNAL_MCP + MCP_SERVER_URL; in-process stays the default.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640080" y="374904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M365 CONTEXT  -&gt;  Work IQ (Microsoft-hosted, we consume)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406908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4069080"/>
            <a:ext cx="64008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4215384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lane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1248" y="4526280"/>
            <a:ext cx="507492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IQ is not something we deploy - it is Microsoft-hosted. The agent consumes it on the user's Entra on-behalf-of token; no app-only auth, no stored secret.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17920" y="406908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4069080"/>
            <a:ext cx="64008" cy="1554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19088" y="4215384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Never merged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19088" y="4526280"/>
            <a:ext cx="507492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 stays on our MCP server; M365 work context comes from Work IQ. Two lanes under one identity - enable_workiq=true, usage-billed via Copilot Credits.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Diagram: workshop-assets/mcp-workiq-deployment.svg. Stdio and in-process always work; hosting is a toggle.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- PAIRS WITH MCP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Toolboxes: one governed endpoint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24358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64008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920240"/>
            <a:ext cx="320040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Configuring tools + credentials on every agent creates sprawl and drift - hard to govern, version, or rotate.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463040"/>
            <a:ext cx="64008" cy="1783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pattern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44568" y="1920240"/>
            <a:ext cx="320040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Bundle tools (MCP servers, AI Search, OpenAPI, code interpreter, A2A) into one MCP-compatible Toolbox endpoint with central credentials, versioning, and policy.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463040"/>
            <a:ext cx="64008" cy="1783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payoff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47888" y="1920240"/>
            <a:ext cx="320040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agents at the Toolbox; add / remove / reconfigure tools without changing agent code. Any MCP-capable runtime can consume it.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640080" y="3474720"/>
            <a:ext cx="1097280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Centralized authentication, governance, and versioning is the recommended way to run MCP at scale.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endpoint to secure and audit instead of per-agent credential management.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Reference: Foundry Toolboxes (see securing-mcp-servers.md).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Toolboxes turn 'many tools on many agents' into one governed surface.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- RAG BEST PRACTICES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Foundry IQ and RAG done right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24358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64008" cy="1828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retrieval endpoint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920240"/>
            <a:ext cx="32004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Foundry IQ fans out to Blob, AI Search index, Work IQ, SharePoint, Fabric, and MCP - with permission trimming built in.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463040"/>
            <a:ext cx="64008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before answer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44568" y="1920240"/>
            <a:ext cx="32004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 first, build an evidence packet with claim-level citations, then generate. Missing / conflicting evidence -&gt; escalate, never guess.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463040"/>
            <a:ext cx="64008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retrieval first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47888" y="1920240"/>
            <a:ext cx="32004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labeled relevance judgments (qrels) to measure precision / recall before tuning prompts or models. Governance and provenance are part of the design.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1097280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Permission-trim with delegated identity (OBO); never rely on a service-identity test for user isolation.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working local retrieval-eval harness ships in agent-service/eval/.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Briefs: docs/rag-guidance-gpt-rag.md, docs/rag-development-patterns.md.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as a production engineering pattern - grounded, measured, and governed, not a demo trick.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- JOSHUA / MATT: THE CRITICAL COST QUESTION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Existing vs Foundry Search + capability-host reuse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24358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64008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Search instances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920240"/>
            <a:ext cx="32004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A: the Search Foundry provisions per project for agent vector stores. B: your existing Search with your RAG indexes. Independent unless you connect them.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463040"/>
            <a:ext cx="64008" cy="1828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 to save cost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44568" y="1920240"/>
            <a:ext cx="32004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setup is bring-your-own: reuse existing or let Foundry provision. The cost win is one always-on Search for both agent and app indexes.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463040"/>
            <a:ext cx="64008" cy="1828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caveat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47888" y="1920240"/>
            <a:ext cx="32004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 connections are immutable; build on separate indexes / DBs / containers, never the agent's own. Cosmos / Storage are consumption - little saving.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1097280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 only with capacity headroom + isolation + RBAC + accepted lifecycle coupling; else go dedicated.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Usually you do NOT need a second Search - reuse one, isolate, RBAC.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Briefs: docs/capability-host-reuse-and-cost.md, docs/existing-vs-foundry-search.md.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'do we pay for another Search?' answer: usually no - reuse one, safely.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- MATT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SharePoint / O365 docs as a RAG source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24358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64008" cy="1828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 A - live tool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920240"/>
            <a:ext cx="32004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Foundry SharePoint tool via the Copilot Retrieval API: per-user OBO honors SharePoint permissions automatically, no pipeline to build.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463040"/>
            <a:ext cx="64008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 B - indexed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44568" y="1920240"/>
            <a:ext cx="32004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tokenize / vectorize: crack Office &amp; PDF (Document Intelligence) -&gt; chunk -&gt; embed -&gt; index in AI Search -&gt; ground via Foundry IQ. Full control.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463040"/>
            <a:ext cx="64008" cy="1828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ACL caveat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47888" y="1920240"/>
            <a:ext cx="32004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indexed path does NOT auto-honor SharePoint permissions. Restrict the corpus or carry ACLs and security-trim - or use Pattern A.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1097280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 for per-user ACLs honored automatically (needs M365 Copilot / PAYG licensing).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B for custom chunking / metadata or a broadly-readable corpus (e.g. approved protocols).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Brief: docs/sharepoint-o365-rag-ingest.md.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KP teams want this - A honors permissions for free, B gives control over tokenization.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- SARITA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Compliance, guardrails, and healthcare content safety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24358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64008" cy="1828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Layered guardrails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920240"/>
            <a:ext cx="32004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Input, retrieval, tool, generation, output, and approval - each a separate control. Prompts alone are not enough.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463040"/>
            <a:ext cx="64008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Medical false positives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44568" y="1920240"/>
            <a:ext cx="32004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 content filters flag benign clinical language (e.g. a Tylenol question). Fix at the right layer - do not weaken safety globally.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463040"/>
            <a:ext cx="64008" cy="1828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fix + the path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47888" y="1920240"/>
            <a:ext cx="32004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App-side allowlist for clinical terms + a custom content filter on the deployment + a false-positive test suite; ticket the product team for genuine filter errors.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1097280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Request, response, and app-side filters are independent knobs - tune the right one.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a healthcare false-positive suite next to the adversarial suite; both gate release.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Brief: docs/healthcare-content-safety.md.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Never fix a clinical false positive by lowering the global safety bar - tune the layer, encode approved terms.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- MATT: THE TIPPING FACTOR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Hosted vs prompt vs custom agent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24358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64008" cy="1783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agent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920240"/>
            <a:ext cx="320040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Instructions + model + tools; Foundry runs it, no code or infra. The fastest path; best without custom orchestration.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463040"/>
            <a:ext cx="64008" cy="1783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Hosted agent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44568" y="1920240"/>
            <a:ext cx="320040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code + framework as a container; Foundry gives a managed endpoint, scaling, identity, and tracing. You own the logic.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463040"/>
            <a:ext cx="64008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Self-hosted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47888" y="1920240"/>
            <a:ext cx="320040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the agent elsewhere and call the Responses API for Foundry models + tools. Only when you must own the runtime.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640080" y="3429000"/>
            <a:ext cx="1097280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Tipping factors -&gt; hosted: custom orchestration, multi-agent handoffs, an existing framework, or your own code.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to a prompt agent; let a real requirement pull you up. Model choice is swappable in all types.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multi-agent discharge workflow is exactly the hosted-agent tipping point. Brief: docs/agent-type-decision.md.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prompt; graduate to hosted the moment you need orchestration or your own code.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- LEE / DAY 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Observability, and protecting PHI in logs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24358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64008" cy="1828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 every decision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920240"/>
            <a:ext cx="32004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correlation ID joins agents, tools, policy, retrieval, and the human gate. A stable event taxonomy maps to App Insights custom events.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463040"/>
            <a:ext cx="64008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Foundry changes the posture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44568" y="1920240"/>
            <a:ext cx="32004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 can now hold request / response content - possibly PHI. That reclassifies the store from telemetry to regulated data at rest.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463040"/>
            <a:ext cx="64008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Dedicated + CMK + AMPLS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47888" y="1920240"/>
            <a:ext cx="32004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CMK needs a dedicated LAW cluster (double encryption); AMPLS puts ingestion + query on a private endpoint. Plus minimize what you log.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1097280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Sensitive content off by default; pseudonymize actors; never capture secrets.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the Foundry workspace on the dedicated cluster; KP volume makes it cost-favorable.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Brief: docs/observability-dedicated-cluster-cmk-ampls.md (Lee leads Day 2).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Minimize at the source, CMK-encrypt what remains, keep it on the private network.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- DAY 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Human in the loop: the durable approval gate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24358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64008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920240"/>
            <a:ext cx="32004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run drafts an exception packet, then STOPS at a care-manager approval gate. The agent drafts and reworks only; a human owns approve / reject.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463040"/>
            <a:ext cx="64008" cy="1828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Durable + auditable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44568" y="1920240"/>
            <a:ext cx="32004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PendingReview -&gt; Approved / NeedsRework / Rejected; SLA timeout or policy -&gt; Escalated. Every transition writes an append-only audit record.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463040"/>
            <a:ext cx="64008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Scales to zero waiting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47888" y="1920240"/>
            <a:ext cx="32004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the Durable Task Scheduler the run pauses on an external event + durable timer - a review can safely take hours or days, consuming no compute.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1097280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 in code: illegal transition -&gt; 409; an agent trying to approve -&gt; 403.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and verified end to end in the deployed app against the real Durable Task Scheduler.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 / doc: docs/hitl-durable-task-scheduler.md.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governed workflow must pause for a human - durably, with an audit trail.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73152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795528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Earn the right to trust it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658368" y="137160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Prove it, then pilot it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76656" y="27432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End-to-end, gated by evaluation, with a staged path to production.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657600"/>
            <a:ext cx="3017520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3721608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run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3913632" y="3657600"/>
            <a:ext cx="3017520" cy="292608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05072" y="3721608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gate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7114032" y="3657600"/>
            <a:ext cx="3017520" cy="292608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05472" y="3721608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30/60/90 roadmap</a:t>
            </a:r>
            <a:endParaRPr lang="en-US" sz="7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PLAYBACK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whole thing, working end to end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24358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64008" cy="1828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case, all layers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920240"/>
            <a:ext cx="32004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Invoke a discharge case: eight agents hand off, tools are scoped and redacted, RAG cites protocol, guardrails hold, and it stops at the human gate.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463040"/>
            <a:ext cx="64008" cy="1828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trace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44568" y="1920240"/>
            <a:ext cx="32004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 the correlation ID and walk the ordered events - tool decisions, agent handoffs, policy calls, the review transition - one join key across the run.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463040"/>
            <a:ext cx="64008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decision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47888" y="1920240"/>
            <a:ext cx="32004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care manager approves in the UI; the durable task reaches Approved with a full audit trail. An agent-actor approve is denied.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1097280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deployed system, not a mockup - live on Azure Container Apps + Foundry.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contract runs in foundry mode (hosted agents) and a local mode for offline demos.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Reference: docs/observability-correlation-trace.md, docs/hitl-durable-task-scheduler.md.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 and governance in one run - the point of the whole two days.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 IT IS SAFE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as a release gate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24358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64008" cy="1737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Golden cases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920240"/>
            <a:ext cx="32004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must do well: cite grounded evidence, disclose missing info, consume the approved score, route to human review.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463040"/>
            <a:ext cx="64008" cy="1737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Adversarial cases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44568" y="1920240"/>
            <a:ext cx="32004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must refuse: say 'safe to discharge', expand PHI, or recalculate / lower the risk score. Score-override is CRITICAL and must fail-closed.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463040"/>
            <a:ext cx="64008" cy="1737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real gate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47888" y="1920240"/>
            <a:ext cx="32004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Deterministic, offline checks over synthetic cases; a failure returns non-zero and blocks the release. Not a vibe check.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640080" y="3429000"/>
            <a:ext cx="1097280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retrieval with qrels; assert safety gates on the structured result before any pilot.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Datasets: evaluation/golden-cases.jsonl and evaluation/adversarial-cases.jsonl.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Demo: green -&gt; inject a break -&gt; red / gate-blocked -&gt; revert -&gt; green (no code editing).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do not pilot a healthcare agent on trust - you pilot it on a passing gate.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KAISER DOES NEXT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 / 60 / 90-day pilot roadmap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24358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64008" cy="1828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0 - 30 days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920240"/>
            <a:ext cx="32004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 up the governed pattern on a synthetic corpus; wire Foundry IQ to approved protocols; agree the safety gate and telemetry taxonomy.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463040"/>
            <a:ext cx="64008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30 - 60 days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44568" y="1920240"/>
            <a:ext cx="32004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MCP + Toolbox for the first real tools; dedicated LAW cluster + CMK + AMPLS; capability-host reuse decisions per app team.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463040"/>
            <a:ext cx="64008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60 - 90 days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47888" y="1920240"/>
            <a:ext cx="32004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Limited pilot behind the human gate with a real (governed) source; continuous evaluation; expand toolboxes and observability dashboards.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1097280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discipline throughout: reuse platform resources; commitment-tier logging; no duplicated Search.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owners named per control (guardrails, RBAC, content safety, HITL).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Futures to scope: BYO Registry, BYO AKS for hosted agents, SRE agent - as separate tracks.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staged path: prove the pattern, harden the platform, then pilot behind the human gate.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SOURCE-GROUNDED BRIEFS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to go deeper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24358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64008" cy="1737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09344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+ grounding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920240"/>
            <a:ext cx="507492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Securing MCP tool servers; reusing capability-host Search and its cost; existing vs. Foundry search; SharePoint / O365 RAG ingest; RAG design guidance.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463040"/>
            <a:ext cx="64008" cy="1737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9088" y="1609344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+ agents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19088" y="1920240"/>
            <a:ext cx="507492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content safety; choosing the right agent type; governance, security and observability; guardrail policy and its test matrix.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640080" y="333756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337560"/>
            <a:ext cx="64008" cy="1554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3483864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" y="3794760"/>
            <a:ext cx="507492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Dedicated cluster with CMK and AMPLS; end-to-end trace correlation; human-in-the-loop with the Durable Task Scheduler.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6217920" y="333756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3337560"/>
            <a:ext cx="64008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19088" y="3483864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the workshop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19088" y="3794760"/>
            <a:ext cx="507492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Two-day agenda, run-of-show, and a facilitator cheat-sheet that maps each stakeholder question to the right brief.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Detailed, source-grounded briefs are provided as a leave-behind pack; every brief cites current Microsoft Learn.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82296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886968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720" dirty="0"/>
          </a:p>
        </p:txBody>
      </p:sp>
      <p:sp>
        <p:nvSpPr>
          <p:cNvPr id="5" name="Text 3"/>
          <p:cNvSpPr/>
          <p:nvPr/>
        </p:nvSpPr>
        <p:spPr>
          <a:xfrm>
            <a:off x="658368" y="164592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Capability and governance, built together.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76656" y="2926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days: build a governed discharge-transition agent, prove it with an evaluation gate, and leave with a cost-aware pilot roadmap.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4114800"/>
            <a:ext cx="3200400" cy="292608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4178808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Grounded on Microsoft Learn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4096512" y="4114800"/>
            <a:ext cx="3200400" cy="292608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87952" y="4178808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data only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7479792" y="4114800"/>
            <a:ext cx="3200400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71232" y="4178808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priorities first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Kaiser Permanente x Microsoft: Governed Agents on AI Foundry</dc:title>
  <dc:subject>Kaiser Permanente - AI Foundry Workshop</dc:subject>
  <dc:creator>Microsoft</dc:creator>
  <cp:lastModifiedBy>Microsoft</cp:lastModifiedBy>
  <cp:revision>1</cp:revision>
  <dcterms:created xsi:type="dcterms:W3CDTF">2026-09-30T04:00:59Z</dcterms:created>
  <dcterms:modified xsi:type="dcterms:W3CDTF">2026-09-30T04:00:59Z</dcterms:modified>
</cp:coreProperties>
</file>