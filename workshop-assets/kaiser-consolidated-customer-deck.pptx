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in Sweden Central; Azure AI Search in Norway East (regional SKU capacity).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a permission-aware pattern: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securing-mcp-servers.md; capability-host-reuse-and-cost.md; existing-vs-foundry-search.md; sharepoint-o365-rag-ingest.md; rag-guidance-gpt-rag.md.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healthcare-content-safety.md; agent-type-decision.md; governance-security-observability.md; policy/ guardrails and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observability-dedicated-cluster-cmk-ampls.md; observability-correlation-trace.md; hitl-durable-task-scheduler.md.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workshop-assets/agenda-2-day.md; run-of-show.md; facilitator-cheatsheet.md (who wants what -&gt; which brief).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brief cites current Microsoft Learn and maps to a slide in this deck.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2026-09-30T02:45:31Z</dcterms:created>
  <dcterms:modified xsi:type="dcterms:W3CDTF">2026-09-30T02:45:31Z</dcterms:modified>
</cp:coreProperties>
</file>