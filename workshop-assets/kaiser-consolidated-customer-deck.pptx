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run sheet captured from the planning Loop (shown up front). Owners as assigned; most session times are still being finalized (only the closeout 1:45-2:00 is fixed in the source). Note the Loop run sheet still lists BYO Registry hands-on, a product-team HA/observability call, and an SRE agent deep dive - reconcile with the 9/29 reordered narrative (these are tactical/futures in the customer deck).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+ Work IQ architecture - what talks to what. Two routes, different identity rules: the clinical MCP route (purple, optional, internal ingress, synthetic data) and the Work IQ route (orange, Microsoft 365 cloud, proposed Entra delegated on-behalf-of). Gray = shared Azure services under the app's managed identity - NOT the delegated user identity. PROPOSED design: Work IQ endpoint/auth, permission enforcement, supported protocols, and pricing still to validate; 'no PHI to Work IQ' is a design intent to test, not a guarantee. Companion deployment diagram in repo: workshop-assets/mcp-workiq-deployment.png.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architecture - evidence before answer. Read three bands: prepare the knowledge (dated protocols -&gt; preparation -&gt; retrieval store / backend options), handle a case (agent -&gt; retrieve -&gt; evidence -&gt; 'enough evidence?' -&gt; grounded draft with citations OR review_required to a care-manager HITL), and offline evaluation (qrels, precision@k / recall@k / MRR) feeding retrieval improvements. INTENDED design, synthetic data only. Retrieval rules (dates, diagnosis scope, caller auth), the local-&gt;Foundry IQ/Azure AI Search backend swap, and the minimum precision threshold still to validate - retrieval confidence is not answer correctness. Companion readiness checklist in repo: workshop-assets/rag-domain-review-details.png (flow: docs/rag-retrieval-flow.md).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Durable Task Scheduler HITL: every run drafts an exception packet then STOPS at a care-manager approval gate - the agent drafts/reworks only; a human owns approve/reject. The orchestrator waits on an external event (ReviewDecision) raced with a durable SLA timer (24h), so a review can take hours/days consuming no compute, and resumes after restart. States: PendingReview -&gt; Approved / NeedsRework / Rejected; timer/policy -&gt; Escalated, each an append-only audit record. Guardrails in code: illegal transition -&gt; 409; an agent trying to approve -&gt; 403. Built and running today; demo approve, a blocked illegal transition, and SLA auto-escalation. Doc: docs/hitl-durable-task-scheduler.md. Icons are simplified glyphs (not official Azure product icons); synthetic data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 AGENDA &amp; OWNERS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Two-day run sheet (from the planning Loop) - times being finalized; only closeout is fixed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14800"/>
                <a:gridCol w="2423160"/>
                <a:gridCol w="350215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Session / Topic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Owner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 questions / outcome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1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Overview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 boundary + scope model; secure MCP server; operationalize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Agentic RAG - Foundry IQ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practice; existing AI Search vs capability / project-host AI Search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Lunch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 Registry for Hosted Agents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Hands-on lab session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Hosted Agents technical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 - Policy, Guardrails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 + PHI-minimization matrix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2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Foundry Observability - LAW + Application Insights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Lee Schuenemeyer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team call - HA &amp; Observability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SRE Agent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HITL - DTS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 Eng TBD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1:45 - 2:00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Closeout &amp; roadmap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 / 60 / 90-day pilot roadmap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mcp-workiq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Architecture: workshop-assets/rag-domain-architecture.png (next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rag-domain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dts-hitl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2026-09-30T21:41:35Z</dcterms:created>
  <dcterms:modified xsi:type="dcterms:W3CDTF">2026-09-30T21:41:35Z</dcterms:modified>
</cp:coreProperties>
</file>